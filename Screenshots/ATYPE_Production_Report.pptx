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f796d147f6e45da" /><Relationship Type="http://schemas.openxmlformats.org/officeDocument/2006/relationships/hyperlink" Target="https://app.powerbi.com/groups/me/reports/7a5475cf-ae3a-4cfe-aabf-43451da34bc2/?pbi_source=PowerPoint" TargetMode="External" Id="RelId0" /><Relationship Type="http://schemas.openxmlformats.org/officeDocument/2006/relationships/image" Target="/ppt/media/image4.png" Id="imgId477092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7709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790575"/>
            <a:ext cx="12182475" cy="5267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Pack Overall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